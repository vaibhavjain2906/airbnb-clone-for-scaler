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Clone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 AI Labs · Round 2 · SDE Fullstack Assignment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Build order · Project structure · Schema · Seed data · Focus points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DESCRIPTION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building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clone of Airbnb that replicates its design, UX and core booking workflows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browse, search and filter listings, view details and book stays for a date range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create and manage their own listings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feel like a modern Airbnb marketplace: clean, photo-forward, look and feel exactly the same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data, images, media and external services can be mocked; real payments are mocked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554480"/>
            <a:ext cx="3749040" cy="1280160"/>
          </a:xfrm>
          <a:prstGeom prst="roundRect">
            <a:avLst>
              <a:gd name="adj" fmla="val 8571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691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must-have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3063240"/>
            <a:ext cx="3749040" cy="1280160"/>
          </a:xfrm>
          <a:prstGeom prst="roundRect">
            <a:avLst>
              <a:gd name="adj" fmla="val 8571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3200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hrs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4572000"/>
            <a:ext cx="3749040" cy="1280160"/>
          </a:xfrm>
          <a:prstGeom prst="roundRect">
            <a:avLst>
              <a:gd name="adj" fmla="val 8571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4709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5376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TECH STACK &amp; AI USAGE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is fixed, AI is encouraged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with TypeScript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 or Django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1783080"/>
            <a:ext cx="640080" cy="64008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design your own schema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251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usage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Copilot, Cursor: use them as heavily as you like to move fast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understand every line you submit and explain your decisions in the evaluation interview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mocked; map can be a static image or lightweight library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CORE FEATURES 1 &amp;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Search, Listing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 &amp; Search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listing cards: photo, title, location, price/night, rating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bar: location + date range + guests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filter row: price range, property type, amenities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or infinite scroll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Listing Detail Page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location, amenities, host info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calendar / date-range picker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breakdown: nightly rate × nights + fees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section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CORE FEATURES 3 &amp;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Flow, Host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Booking Flow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 range and guests with validation: no overlapping or unavailable dates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summary and mocked checkout / confirmation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Trips” view of the user’s bookings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persist and block those dates on the listing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Host Experience (CRUD)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listing: title, description, photos (URL/upload), price, location, amenities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listings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dashboard of owned listings and their bookings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listing data persists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CORE FEATURE 5 &amp; PLACEHOLDERS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 Experience, Mocked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Airbnb Experience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layout: explore grid + detail 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galleries, date pickers and modals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 and pagination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/ toasts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/ favourites (can be simple)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/ “Coming Soon” is fine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processing (mock the checkout)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between guest and host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with live pricing pins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can be mocked, but a guest vs host notion is required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BONUS &amp; IMPORTANT 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extras, non-negotiables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(optional)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listing pins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review after a completed stay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Superhost badges / ratings aggregation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to cloud storage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design: mobile, tablet, desktop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must totally resemble Airbnb: study it before starting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DB: varied listings with photos, hosts, existing bookings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 is evaluated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setup, tech stack, architecture, schema, assumptions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from existing repos = immediate disqualification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DELIVERABLES, SUBMISSION,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hand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4663440"/>
          </a:xfrm>
          <a:prstGeom prst="roundRect">
            <a:avLst>
              <a:gd name="adj" fmla="val 27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 with frontend/ and backend/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setup, architecture overview, database schema, API overview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working demo link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4023360" cy="4663440"/>
          </a:xfrm>
          <a:prstGeom prst="roundRect">
            <a:avLst>
              <a:gd name="adj" fmla="val 272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064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230" y="20231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9788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120640" y="26517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code; make the repo public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Vercel, Netlify, Render, Railway or any cloud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the GitHub link and the deployed link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052560" y="1554480"/>
            <a:ext cx="2560320" cy="4663440"/>
          </a:xfrm>
          <a:prstGeom prst="roundRect">
            <a:avLst>
              <a:gd name="adj" fmla="val 4286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72600" y="1874520"/>
            <a:ext cx="594360" cy="59436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190" y="20231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2688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</a:t>
            </a:r>
            <a:endParaRPr lang="en-US" sz="600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estimated work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372600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as communicated with the assignment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· EVALUATION CRITERIA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will be judged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features work: search, availability, booking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similarity to Airbnb’s design and UX patterns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Well-structured schema with proper relationships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155448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82880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API Design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sensible API design and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12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readable, well-organised code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37560" y="397764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425196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Modularity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5212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concerns, reusable components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Understanding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212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explain your code in the evaluation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15400" y="3977640"/>
            <a:ext cx="2560320" cy="2240280"/>
          </a:xfrm>
          <a:prstGeom prst="roundRect">
            <a:avLst>
              <a:gd name="adj" fmla="val 4898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9720" y="425196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7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are engineering, not visuals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steps,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09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Airbnb UI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key screens as the visual reference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170992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87368" y="1709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&amp; deploy skeletons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 + backend/, deploy empty apps early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70992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709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DB schema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keys and relationships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150876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16568" y="170992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656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65208" y="17099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seed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16568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makes the app feel alive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35584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3355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structure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→ Services → Models + mock auth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315468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8728" y="335584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38728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3355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logic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38728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availability, pricing, booking, host, wishlist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315468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335584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27648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355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structure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27648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components, API client, types, user context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15400" y="315468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16568" y="335584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16568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665208" y="335584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features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116568" y="3886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detail, booking, trips, wishlist, host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80060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500176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9808" y="5001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298448" y="50017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UX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Toasts, modals, loaders, empty states, responsive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37560" y="480060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38728" y="500176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38728" y="5001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50017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features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3538728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every core feature works end to end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26480" y="480060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500176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27648" y="5001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876288" y="50017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README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6327648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the live link; document everything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915400" y="4800600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16568" y="5001768"/>
            <a:ext cx="438912" cy="43891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16568" y="5001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9665208" y="50017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9116568" y="5532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schema, overlap logic, pricing,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PLAN · STEPS 6 &amp; 8 EXPANDED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logic in this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logic (step 6)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search: location, guests, filters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2770632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743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3118104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090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check for searched dates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68680" y="3465576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4381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detail + rating aggregation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68680" y="3813048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7856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nightly × nights + fees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68680" y="4160520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creation + overlap validation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8680" y="4507992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Trips + cancellation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68680" y="4855464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280160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CRUD with ownership checks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68680" y="5202936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202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755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dashboard: listings + bookings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68680" y="5550408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8680" y="5550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280160" y="55229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add / remove / list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68680" y="5897880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68680" y="5897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280160" y="58704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(bonus)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21792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817370"/>
            <a:ext cx="251460" cy="25146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713232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features (step 8)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6537960" y="2423160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53796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949440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+ user switcher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537960" y="2770632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53796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6949440" y="2743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grid + listing cards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6537960" y="3118104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53796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6949440" y="3090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bar, category row, filters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537960" y="3465576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53796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6949440" y="34381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/ infinite scroll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6537960" y="3813048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53796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6949440" y="37856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detail: gallery, info, reviews</a:t>
            </a:r>
            <a:endParaRPr lang="en-US" sz="1400" dirty="0"/>
          </a:p>
        </p:txBody>
      </p:sp>
      <p:sp>
        <p:nvSpPr>
          <p:cNvPr id="60" name="Shape 56"/>
          <p:cNvSpPr/>
          <p:nvPr/>
        </p:nvSpPr>
        <p:spPr>
          <a:xfrm>
            <a:off x="6537960" y="4160520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53796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694944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widget: blocked dates, guests, price</a:t>
            </a:r>
            <a:endParaRPr lang="en-US" sz="1400" dirty="0"/>
          </a:p>
        </p:txBody>
      </p:sp>
      <p:sp>
        <p:nvSpPr>
          <p:cNvPr id="63" name="Shape 59"/>
          <p:cNvSpPr/>
          <p:nvPr/>
        </p:nvSpPr>
        <p:spPr>
          <a:xfrm>
            <a:off x="6537960" y="4507992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537960" y="4507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5" name="Text 61"/>
          <p:cNvSpPr txBox="1"/>
          <p:nvPr/>
        </p:nvSpPr>
        <p:spPr>
          <a:xfrm>
            <a:off x="694944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 confirmation</a:t>
            </a:r>
            <a:endParaRPr lang="en-US" sz="1400" dirty="0"/>
          </a:p>
        </p:txBody>
      </p:sp>
      <p:sp>
        <p:nvSpPr>
          <p:cNvPr id="66" name="Shape 62"/>
          <p:cNvSpPr/>
          <p:nvPr/>
        </p:nvSpPr>
        <p:spPr>
          <a:xfrm>
            <a:off x="6537960" y="4855464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653796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6949440" y="4828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Trips</a:t>
            </a:r>
            <a:endParaRPr lang="en-US" sz="1400" dirty="0"/>
          </a:p>
        </p:txBody>
      </p:sp>
      <p:sp>
        <p:nvSpPr>
          <p:cNvPr id="69" name="Shape 65"/>
          <p:cNvSpPr/>
          <p:nvPr/>
        </p:nvSpPr>
        <p:spPr>
          <a:xfrm>
            <a:off x="6537960" y="5202936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6537960" y="5202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6949440" y="51755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400" dirty="0"/>
          </a:p>
        </p:txBody>
      </p:sp>
      <p:sp>
        <p:nvSpPr>
          <p:cNvPr id="72" name="Shape 68"/>
          <p:cNvSpPr/>
          <p:nvPr/>
        </p:nvSpPr>
        <p:spPr>
          <a:xfrm>
            <a:off x="6537960" y="5550408"/>
            <a:ext cx="256032" cy="256032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537960" y="5550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6949440" y="55229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dashboard + listing form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STRUCTURE · BACKEND/ (1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core &amp; models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app/main.py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FastAPI app, add CORS, register routers, create tables and auto-seed if DB is empty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app/core/config.py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Settings: DB URL, allowed CORS origins, service-fee %, default page size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app/core/database.py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 engine, SessionLocal factory and declarative Base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app/core/deps.py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get_db session; get_current_user from X-User-Id header; require_host guard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app/models/user.py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table: name, email, avatar, is_host, is_superhost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app/models/listing.py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Listing, ListingImage, Amenity and listing_amenities association table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app/models/booking.py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Booking: dates, guests, price snapshot (nightly, fees, total), status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app/models/review.py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linked to listing, author and the booking it came from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app/models/wishlist.py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 row with (user_id, listing_id) composite primary key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app/schemas/*.py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request/response models (ListingCard, ListingDetail, BookingCreate…), same split as models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requirements.txt · .env.example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dependencies and sample environment variables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STRUCTURE · BACKEND/ (2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services, routers, seed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app/services/listing_service.py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query: filters, availability exclusion, rating aggregation, pagination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app/services/booking_service.py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dates and guests, overlap check, create and cancel inside a transaction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app/services/pricing.py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function: nights, subtotal, cleaning + service fee, total; used by quote and booking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app/routers/listings.py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Public: search, detail, unavailable dates, price quote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app/routers/bookings.py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booking, list my trips, cancel booking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app/routers/host.py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edit / delete listing (owner only) and host dashboard 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app/routers/wishlist.py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remove and list saved listings for the current user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app/routers/reviews.py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reviews; post review after a completed stay (bonus)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app/routers/users.py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users for the mock switcher, current user, become-host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app/routers/meta.py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 and amenities for the filter row and listing form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app/seed/seed.py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idempotent seed of users, listings, images, amenities, bookings, reviews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STRUCTURE · FRONTEND/SRC (1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pages (App Router)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app/layout.tsx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shell: Navbar, Toaster, UserProvider, global font and styles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/ explore: CategoryBar + ListingGrid driven by URL search params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app/rooms/[id]/page.tsx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detail: gallery, info, amenities, host, reviews, BookingWidget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app/book/[id]/page.tsx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Checkout: trip summary, mocked payment form, confirm booking, confirmation 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app/trips/page.tsx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Trips: upcoming and past tabs, cancel with confirm modal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app/wishlists/page.tsx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of the user’s saved listings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app/host/page.tsx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dashboard: stats, owned listings table, bookings table, become-host CTA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app/host/listings/new/page.tsx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ListingForm in create mode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app/host/listings/[id]/edit/page.tsx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the listing and renders ListingForm in edit mode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app/messages/page.tsx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“Coming Soon” placeholder (also payments, ID verification)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next.config.ts · tailwind.config.ts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image hosts; Airbnb colours, radius and shadow tokens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STRUCTURE · FRONTEND/SRC (2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components &amp; shared code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components/layout/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Navbar, UserMenu, UserSwitcher: top bar and account dropdown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components/search/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SearchBar (where / when / who), CategoryBar, FiltersModal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components/listings/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ListingCard, ListingGrid, CardImageCarousel, HeartButton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components/listing-detail/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PhotoGallery, GalleryModal, AmenitiesList, HostCard, ReviewsSection, StaticMap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components/booking/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BookingWidget, DateRangePicker (blocked dates), GuestPicker, PriceBreakdown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components/host/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ListingForm (shared create/edit), HostListingTable, HostBookingsTable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components/ui/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Modal, Button, Skeleton, EmptyState, ComingSoon: generic building blocks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context/UserContext.tsx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mock user (persisted in localStorage) and switchUser()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lib/api.ts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fetch wrapper: base URL, X-User-Id header, errors → toast. No fetch elsewhere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lib/types.ts · lib/format.ts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types mirroring backend schemas; currency, date-range, rating formatters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hooks/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useSearchFilters: filters read/written in URL params; useWishlist: saved IDs, optimistic toggle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SAMPLE SCHEMA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tables, one clear job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842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UNIQUE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avatar_url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is_host, is_superhost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842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host_id  FK → users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description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property_type, category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city, country, lat, lng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price_per_night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cleaning_fee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max_guests, bedrooms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beds, bathrooms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173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916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listing_images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842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  FK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4173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6916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amenities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19842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UNIQUE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319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062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listing_amenities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4988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  FK  (PK)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amenity_id  FK  (PK)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39319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9319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42062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44988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  FK, guest_id  FK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check_in, check_out  (DATE)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nightly_price, nights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cleaning_fee, service_fee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confirmed|cancelled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9319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42062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4988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  FK, author_id  FK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booking_id  FK  UNIQUE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 1–5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comment, created_at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39319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393192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5400" y="4206240"/>
            <a:ext cx="2606040" cy="182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98280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wishlists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098280" y="449884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FK  (PK)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  FK  (PK)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REASONING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schema looks like this (mirrors Airbnb behaviour)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users table, is_host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Airbnb one account can both travel and host; hosting is a role, not a separate user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listing_images as its own table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 have many ordered photos; position 0 is the cover shown on the card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amenities many-to-many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 uses a fixed amenity catalogue shared by all listings, which makes it filterable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snapshot on bookings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confirmed receipt never changes, even if the host later edits the nightly price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check_out is exclusive (DATE type)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turnover: a guest leaving on the 10th frees the 10th; DATE avoids timezone bugs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instead of deleting bookings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Cancelling frees the dates but keeps the history for trips and host dashboard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reviews.booking_id UNIQUE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 allows one review per completed stay, only from the guest who stayed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aggregated, not stored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/ COUNT in the query keeps data consistent; cache it only if reads get slow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wishlists composite PK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listing can be saved only once per user; no duplicate rows possible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bookings(listing_id, check_in, check_out)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the overlap check and availability filter fast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DATA · ESSENTIALS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app feel alive on first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varied types &amp; prices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15087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752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/ countries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5087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7830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per listing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29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(1–2 superhosts) + 3–4 guests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88920" y="38862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17520" y="4160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029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amenities, 8–10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38862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4160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5029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per listing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1508760"/>
            <a:ext cx="4297680" cy="457200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28600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bookings (so reviews make sense) and future bookings (so blocked dates show)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and category returns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image URLs (e.g. Unsplash); allow the host in next.config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random.seed(42)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Idempotent; auto-runs when the DB is empty (hosted disks reset)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demo: one listing booked next weekend, a few items pre-wishlisted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most important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correctness is the core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653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bookings, enforced on the backend (409)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414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graded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25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FKs, many-to-many, price snapshot, indexes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015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is the source of truth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856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availability computed server-side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616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→ Services → Models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7457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inside route handlers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21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Reuse, don’t repeat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7058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ListingForm, one api.ts, shared UI components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state lives in the URL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8653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Shareable, refresh-safe, back button works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17920" y="251460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4414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exactly like Airbnb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8254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UI first; match spacing, cards, modals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17920" y="347472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34015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before bonus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37856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must-have works end to end before extras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217920" y="443484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43616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early, seed on startup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7457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last-minute hosting surprises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217920" y="5394960"/>
            <a:ext cx="548640" cy="5486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5321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every line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57058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1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allowed, explaining it is mandatory; never copy repos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Correct. Clean. Explainable.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89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availability and booking never break, even if the frontend does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926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320040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389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and folder structure a reviewer understands in two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2926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3200400"/>
            <a:ext cx="548640" cy="5486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4389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any file, any query, any decision without hesitation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so that you could rebuild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Clone – Build Brief</dc:title>
  <dc:subject>PptxGenJS Presentation</dc:subject>
  <dc:creator>PptxGenJS</dc:creator>
  <cp:lastModifiedBy>PptxGenJS</cp:lastModifiedBy>
  <cp:revision>1</cp:revision>
  <dcterms:created xsi:type="dcterms:W3CDTF">2026-09-25T08:13:15Z</dcterms:created>
  <dcterms:modified xsi:type="dcterms:W3CDTF">2026-09-25T08:13:15Z</dcterms:modified>
</cp:coreProperties>
</file>